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86"/>
    <p:restoredTop sz="80452"/>
  </p:normalViewPr>
  <p:slideViewPr>
    <p:cSldViewPr snapToGrid="0">
      <p:cViewPr varScale="1">
        <p:scale>
          <a:sx n="121" d="100"/>
          <a:sy n="121" d="100"/>
        </p:scale>
        <p:origin x="1824"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9/15/26 11:09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9/15/26 10:40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reading never requested,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a short failure message, with the 503 itself in your terminal,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1" y="2742366"/>
            <a:ext cx="9143936" cy="1828786"/>
          </a:xfrm>
        </p:spPr>
        <p:txBody>
          <a:bodyPr/>
          <a:lstStyle/>
          <a:p>
            <a:r>
              <a:rPr lang="en-US" sz="4000" dirty="0"/>
              <a:t>Coordinating Multiple Tasks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295522"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40" y="2853976"/>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7625671"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492778" y="2932150"/>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What Happens when A Task Faults?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049792"/>
          </a:xfrm>
        </p:spPr>
        <p:txBody>
          <a:bodyPr/>
          <a:lstStyle/>
          <a:p>
            <a:r>
              <a:rPr lang="en-US" sz="3200" dirty="0"/>
              <a:t>Continues to `await` every Task</a:t>
            </a:r>
          </a:p>
          <a:p>
            <a:pPr lvl="1"/>
            <a:r>
              <a:rPr lang="en-US" sz="2400" dirty="0"/>
              <a:t>Even if one has Faulted</a:t>
            </a:r>
          </a:p>
          <a:p>
            <a:r>
              <a:rPr lang="en-US" sz="3200" dirty="0"/>
              <a:t>`await` rethrows only </a:t>
            </a:r>
            <a:r>
              <a:rPr lang="en-US" b="1" dirty="0"/>
              <a:t>one</a:t>
            </a:r>
            <a:r>
              <a:rPr lang="en-US" sz="3200" dirty="0"/>
              <a:t> Exception</a:t>
            </a:r>
          </a:p>
          <a:p>
            <a:pPr lvl="1"/>
            <a:r>
              <a:rPr lang="en-US" sz="2400" dirty="0"/>
              <a:t>However, all Exceptions are available in </a:t>
            </a:r>
            <a:r>
              <a:rPr lang="en-US" sz="2400" dirty="0" err="1"/>
              <a:t>Task.Exception.InnerExceptions</a:t>
            </a:r>
            <a:endParaRPr lang="en-US" sz="2400" dirty="0"/>
          </a:p>
        </p:txBody>
      </p:sp>
      <p:pic>
        <p:nvPicPr>
          <p:cNvPr id="7" name="Picture 6">
            <a:extLst>
              <a:ext uri="{FF2B5EF4-FFF2-40B4-BE49-F238E27FC236}">
                <a16:creationId xmlns:a16="http://schemas.microsoft.com/office/drawing/2014/main" id="{337DB9D1-E573-DF3C-1C73-0B70148112FE}"/>
              </a:ext>
            </a:extLst>
          </p:cNvPr>
          <p:cNvPicPr>
            <a:picLocks noChangeAspect="1"/>
          </p:cNvPicPr>
          <p:nvPr/>
        </p:nvPicPr>
        <p:blipFill>
          <a:blip r:embed="rId3"/>
          <a:stretch>
            <a:fillRect/>
          </a:stretch>
        </p:blipFill>
        <p:spPr>
          <a:xfrm>
            <a:off x="6516413" y="3677424"/>
            <a:ext cx="5500906" cy="30942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615038"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40" y="2858235"/>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098762"/>
          </a:xfrm>
        </p:spPr>
        <p:txBody>
          <a:bodyPr/>
          <a:lstStyle/>
          <a:p>
            <a:r>
              <a:rPr lang="en-US" sz="6600"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146666"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4340170" y="3244720"/>
            <a:ext cx="782135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30033"/>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3200" dirty="0"/>
              <a:t>`</a:t>
            </a:r>
            <a:r>
              <a:rPr lang="en-US" sz="3200" dirty="0" err="1"/>
              <a:t>Task.WhenEach</a:t>
            </a:r>
            <a:r>
              <a:rPr lang="en-US" sz="32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13229</TotalTime>
  <Words>3143</Words>
  <Application>Microsoft Macintosh PowerPoint</Application>
  <PresentationFormat>Custom</PresentationFormat>
  <Paragraphs>67</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vt:lpstr>
      <vt:lpstr>PowerPoint Presentation</vt:lpstr>
      <vt:lpstr>Starting Is Not Awaiting Split the call from the `await`</vt:lpstr>
      <vt:lpstr>Task.WhenAll</vt:lpstr>
      <vt:lpstr>Task.WhenAll() System.Threading.Tasks</vt:lpstr>
      <vt:lpstr>Task.WhenAll() One await, three results</vt:lpstr>
      <vt:lpstr>Task.WhenAll() Failures What Happens when A Task Faults?</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258</cp:revision>
  <dcterms:created xsi:type="dcterms:W3CDTF">2017-10-31T19:47:21Z</dcterms:created>
  <dcterms:modified xsi:type="dcterms:W3CDTF">2026-09-15T09:23:01Z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