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3"/>
  </p:notesMasterIdLst>
  <p:handoutMasterIdLst>
    <p:handoutMasterId r:id="rId24"/>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76"/>
    <p:restoredTop sz="80549"/>
  </p:normalViewPr>
  <p:slideViewPr>
    <p:cSldViewPr snapToGrid="0">
      <p:cViewPr varScale="1">
        <p:scale>
          <a:sx n="120" d="100"/>
          <a:sy n="120" d="100"/>
        </p:scale>
        <p:origin x="1872"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9/7/26 12:07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9/7/26 12:07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Coordination fixes the clock. It does not fix the blast radius. In the starter app all five calls sit inside one try block, so the first failure ends the load and four healthy panels become collateral damage. The fix is not a bigger catch, it is a smaller one. Give each call a small wrapper method whose only job is to run that one call, record the result on success, and record the message on failure. Because the wrapper handles its own failure, the Task it returns always completes successfully, so your WhenAll or WhenEach never sees a fault at all. That is what keeps the coordination code so short. Catch the exception you actually expect, HttpRequestException here, rather than a bare Exception that would also hide your own bugs. One flaky dependency should cost you one panel.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still stuck on waiting,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the 503 message,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Coordinating Multiple Tasks</a:t>
            </a:r>
            <a:br>
              <a:rPr lang="en-US" sz="4000" dirty="0"/>
            </a:br>
            <a:r>
              <a:rPr lang="en-US" sz="4000" dirty="0"/>
              <a:t>Task.WhenAll, Task.WhenAny, Task.WhenEach</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39" y="1940702"/>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577839" y="1979789"/>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AggregateException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r>
              <a:rPr lang="en-US" dirty="0"/>
              <a:t>`</a:t>
            </a:r>
            <a:r>
              <a:rPr lang="en-US" dirty="0" err="1"/>
              <a:t>await`s</a:t>
            </a:r>
            <a:r>
              <a:rPr lang="en-US" dirty="0"/>
              <a:t> every Task</a:t>
            </a:r>
          </a:p>
          <a:p>
            <a:pPr lvl="1"/>
            <a:r>
              <a:rPr lang="en-US"/>
              <a:t>even if one has Faulted</a:t>
            </a:r>
            <a:endParaRPr lang="en-US" dirty="0"/>
          </a:p>
          <a:p>
            <a:r>
              <a:rPr lang="en-US" dirty="0"/>
              <a:t>`await` rethrows only the first exception</a:t>
            </a:r>
          </a:p>
          <a:p>
            <a:r>
              <a:rPr lang="en-US" dirty="0"/>
              <a:t>The Task it returns still holds all of them</a:t>
            </a:r>
          </a:p>
          <a:p>
            <a:r>
              <a:rPr lang="en-US" dirty="0"/>
              <a:t>`Task.Exception.InnerExceptions` is the full list</a:t>
            </a:r>
          </a:p>
          <a:p>
            <a:r>
              <a:rPr lang="en-US" dirty="0"/>
              <a:t>Keep the Task in a variable before you `await`</a:t>
            </a:r>
          </a:p>
          <a:p>
            <a:r>
              <a:rPr lang="en-US" dirty="0"/>
              <a:t>One `try` around `WhenAll` is still one shared failure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Await Multiple Tasks Running in Parallel</a:t>
            </a:r>
          </a:p>
          <a:p>
            <a:r>
              <a:rPr lang="en-US" dirty="0"/>
              <a:t>Runs until one Task has Completed</a:t>
            </a:r>
          </a:p>
          <a:p>
            <a:r>
              <a:rPr lang="en-US" dirty="0"/>
              <a:t>Can be used with `List&lt;Task&gt;`</a:t>
            </a:r>
          </a:p>
          <a:p>
            <a:r>
              <a:rPr lang="en-US" dirty="0"/>
              <a:t>Returns the Task that won, not its result</a:t>
            </a:r>
          </a:p>
          <a:p>
            <a:r>
              <a:rPr lang="en-US" dirty="0"/>
              <a:t>`await` the returned Task to get the value</a:t>
            </a:r>
          </a:p>
          <a:p>
            <a:r>
              <a:rPr lang="en-US" dirty="0"/>
              <a:t>Completes successfully even when the winner faulted</a:t>
            </a:r>
          </a:p>
          <a:p>
            <a:r>
              <a:rPr lang="en-US" dirty="0"/>
              <a:t>Timeouts, fastest responder, progress loops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winner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Forget the `Remove` and you loop forever</a:t>
            </a:r>
          </a:p>
          <a:p>
            <a:r>
              <a:rPr lang="en-US" sz="2800" dirty="0"/>
              <a:t>Quadratic: every pass re-registers on every Task</a:t>
            </a:r>
          </a:p>
        </p:txBody>
      </p:sp>
      <p:pic>
        <p:nvPicPr>
          <p:cNvPr id="4" name="Picture 3" descr="slide11.png"/>
          <p:cNvPicPr>
            <a:picLocks noChangeAspect="1"/>
          </p:cNvPicPr>
          <p:nvPr/>
        </p:nvPicPr>
        <p:blipFill>
          <a:blip r:embed="rId3"/>
          <a:stretch>
            <a:fillRect/>
          </a:stretch>
        </p:blipFill>
        <p:spPr>
          <a:xfrm>
            <a:off x="5577839" y="1869407"/>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Stream results from multiple Tasks running in parallel</a:t>
            </a:r>
          </a:p>
          <a:p>
            <a:r>
              <a:rPr lang="en-US" dirty="0"/>
              <a:t>`await foreach`</a:t>
            </a:r>
          </a:p>
          <a:p>
            <a:r>
              <a:rPr lang="en-US" dirty="0"/>
              <a:t>Loop body runs upon each Task Completed</a:t>
            </a:r>
          </a:p>
          <a:p>
            <a:r>
              <a:rPr lang="en-US" dirty="0"/>
              <a:t>Introduced in .NET 9</a:t>
            </a:r>
          </a:p>
          <a:p>
            <a:r>
              <a:rPr lang="en-US" dirty="0"/>
              <a:t>No list to maintain, no `Remove` to forget</a:t>
            </a:r>
          </a:p>
          <a:p>
            <a:r>
              <a:rPr lang="en-US" dirty="0"/>
              <a:t>Yields the Task, so `await` it for the value</a:t>
            </a:r>
          </a:p>
          <a:p>
            <a:r>
              <a:rPr lang="en-US" dirty="0"/>
              <a:t>Faulted Tasks yielded too, `await` throws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5577839" y="2136074"/>
            <a:ext cx="658368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`Task.WhenAll`: you need everything before you continue</a:t>
            </a:r>
          </a:p>
          <a:p>
            <a:r>
              <a:rPr lang="en-US" dirty="0"/>
              <a:t>`Task.WhenAny`: one winner is enough, eg a timeout race</a:t>
            </a:r>
          </a:p>
          <a:p>
            <a:r>
              <a:rPr lang="en-US" dirty="0"/>
              <a:t>`Task.WhenEach`: show each result the moment it lands</a:t>
            </a:r>
          </a:p>
          <a:p>
            <a:r>
              <a:rPr lang="en-US" dirty="0"/>
              <a:t>`Task.WhenAll` and `Task.WhenEach`: same wall clock cost</a:t>
            </a:r>
          </a:p>
          <a:p>
            <a:r>
              <a:rPr lang="en-US" dirty="0"/>
              <a:t>`Task.WhenAny` is faster: it returns at the first finish</a:t>
            </a:r>
          </a:p>
          <a:p>
            <a:r>
              <a:rPr lang="en-US" dirty="0"/>
              <a:t>All three need the Tasks started first</a:t>
            </a:r>
          </a:p>
          <a:p>
            <a:r>
              <a:rPr lang="en-US" dirty="0"/>
              <a:t>Only `Task.WhenAll` bundles the failures for you</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One Failure, One Panel</a:t>
            </a:r>
            <a:br>
              <a:rPr lang="en-US" dirty="0"/>
            </a:br>
            <a:r>
              <a:rPr lang="en-US" sz="3600" dirty="0">
                <a:gradFill>
                  <a:gsLst>
                    <a:gs pos="1250">
                      <a:srgbClr val="FFB900"/>
                    </a:gs>
                    <a:gs pos="100000">
                      <a:srgbClr val="FFB900"/>
                    </a:gs>
                  </a:gsLst>
                  <a:lin ang="5400000" scaled="0"/>
                </a:gradFill>
              </a:rPr>
              <a:t>Wrap the call, not the page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Shared `try`, shared failure</a:t>
            </a:r>
          </a:p>
          <a:p>
            <a:r>
              <a:rPr lang="en-US" dirty="0"/>
              <a:t>Wrap each call in its own method with its own `catch`</a:t>
            </a:r>
          </a:p>
          <a:p>
            <a:r>
              <a:rPr lang="en-US" dirty="0"/>
              <a:t>Wrapper records a result or an error, never throws</a:t>
            </a:r>
          </a:p>
          <a:p>
            <a:r>
              <a:rPr lang="en-US" dirty="0"/>
              <a:t>Coordinating loop never sees a fault</a:t>
            </a:r>
          </a:p>
          <a:p>
            <a:r>
              <a:rPr lang="en-US" dirty="0"/>
              <a:t>One flaky service, one degraded panel</a:t>
            </a:r>
          </a:p>
          <a:p>
            <a:r>
              <a:rPr lang="en-US" dirty="0"/>
              <a:t>Catch what you expect, eg `HttpRequestException`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Open `6. Coordinating Multiple Tasks/1. Start`</a:t>
            </a:r>
          </a:p>
          <a:p>
            <a:r>
              <a:rPr lang="en-US" dirty="0"/>
              <a:t>Run it, click Load product page, read the timings</a:t>
            </a:r>
          </a:p>
          <a:p>
            <a:r>
              <a:rPr lang="en-US" dirty="0"/>
              <a:t>Start all five calls before awaiting any of them</a:t>
            </a:r>
          </a:p>
          <a:p>
            <a:r>
              <a:rPr lang="en-US" dirty="0"/>
              <a:t>Paint each panel as its own service answers</a:t>
            </a:r>
          </a:p>
          <a:p>
            <a:r>
              <a:rPr lang="en-US" dirty="0"/>
              <a:t>Keep the broken service inside its own panel</a:t>
            </a:r>
          </a:p>
          <a:p>
            <a:r>
              <a:rPr lang="en-US" dirty="0"/>
              <a:t>Target: 1.2 seconds, five cards, one of them red</a:t>
            </a:r>
          </a:p>
          <a:p>
            <a:r>
              <a:rPr lang="en-US" dirty="0"/>
              <a:t>Then compare with `2. Finish`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13173</TotalTime>
  <Words>3537</Words>
  <Application>Microsoft Macintosh PowerPoint</Application>
  <PresentationFormat>Custom</PresentationFormat>
  <Paragraphs>88</Paragraphs>
  <Slides>16</Slides>
  <Notes>16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16</vt:i4>
      </vt:variant>
    </vt:vector>
  </HeadingPairs>
  <TitlesOfParts>
    <vt:vector size="25"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 Task.WhenAll, Task.WhenAny, Task.WhenEach</vt:lpstr>
      <vt:lpstr>PowerPoint Presentation</vt:lpstr>
      <vt:lpstr>Starting Is Not Awaiting Split the call from the `await`</vt:lpstr>
      <vt:lpstr>Task.WhenAll</vt:lpstr>
      <vt:lpstr>Task.WhenAll() System.Threading.Tasks</vt:lpstr>
      <vt:lpstr>Task.WhenAll() One await, three results</vt:lpstr>
      <vt:lpstr>Task.WhenAll() Failures AggregateException</vt:lpstr>
      <vt:lpstr>Task.WhenAny</vt:lpstr>
      <vt:lpstr>Task.WhenAny() System.Threading.Tasks</vt:lpstr>
      <vt:lpstr>Task.WhenAny() Remove the winner</vt:lpstr>
      <vt:lpstr>Task.WhenEach</vt:lpstr>
      <vt:lpstr>Task.WhenEach() IAsyncEnumerable&lt;Task&gt;</vt:lpstr>
      <vt:lpstr>Task.WhenEach() await foreach</vt:lpstr>
      <vt:lpstr>Choosing Between Them All, Any, Each</vt:lpstr>
      <vt:lpstr>One Failure, One Panel Wrap the call, not the page</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233</cp:revision>
  <dcterms:created xsi:type="dcterms:W3CDTF">2017-10-31T19:47:21Z</dcterms:created>
  <dcterms:modified xsi:type="dcterms:W3CDTF">2026-09-07T19:09:39Z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