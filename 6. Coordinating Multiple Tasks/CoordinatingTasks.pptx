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5"/>
    <p:restoredTop sz="80452"/>
  </p:normalViewPr>
  <p:slideViewPr>
    <p:cSldViewPr snapToGrid="0">
      <p:cViewPr varScale="1">
        <p:scale>
          <a:sx n="121" d="100"/>
          <a:sy n="121" d="100"/>
        </p:scale>
        <p:origin x="2592"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9/15/26 11:09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9/15/26 10:40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 fourth bullet is the payoff. Five calls of 700, 900, 1200, 600 and 800 milliseconds cost 1.2 seconds under WhenAll, because the clock runs once for all of them instead of once each. The generic overload is worth knowing: when every Task returns the same type, WhenAll gives you back a Task of an array, ordered the way you passed the Tasks in, not the order they finished. The last bullet is the one honest downside. WhenAll completes exactly once, so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last bullet: even with WhenAll, one try block around the whole thing is still one shared failure. If each caller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first three bullets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uses on the last bullet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first three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line matters for your day job. If your team is on .NET 8, this method is not there and you fall back to the WhenAny loop. The last two bullets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two slides back: no pending list, no Remove, and nothing you can forget that turns into an infinite loop. The total time is identical to WhenAll, because both finish when the slowest Task finishes. The only difference is what the user sees along the way. WhenAll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click the button before you change anything, because the timings on the cards are the evidence. You should see 0.7, 1.6, 2.8 and 3.4 seconds, one card reading never requested, and 4.2 seconds on the tile. Then go fix it. Start all five calls before you await any of them, give each call somewhere to fail that is not the whole page, and repaint as each service answers. Any of the three primitives will get the clock down to 1.2 seconds. Which one you pick decides whether the cards appear together or one at a time. When you are done you should have five cards, four of them green with timings between 0.6 and 1.2 seconds, one red carrying a short failure message, with the 503 itself in your terminal, and no banner across the top.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701" y="2742366"/>
            <a:ext cx="9143936" cy="1828786"/>
          </a:xfrm>
        </p:spPr>
        <p:txBody>
          <a:bodyPr/>
          <a:lstStyle/>
          <a:p>
            <a:r>
              <a:rPr lang="en-US" sz="4000" dirty="0"/>
              <a:t>Coordinating Multiple Tasks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295522"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40" y="2853976"/>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7625671"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492778" y="2932150"/>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What Happens when A Task Faults?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049792"/>
          </a:xfrm>
        </p:spPr>
        <p:txBody>
          <a:bodyPr/>
          <a:lstStyle/>
          <a:p>
            <a:r>
              <a:rPr lang="en-US" sz="3200" dirty="0"/>
              <a:t>Continues to `await` every Task</a:t>
            </a:r>
          </a:p>
          <a:p>
            <a:pPr lvl="1"/>
            <a:r>
              <a:rPr lang="en-US" sz="2400" dirty="0"/>
              <a:t>Even if one has Faulted</a:t>
            </a:r>
          </a:p>
          <a:p>
            <a:r>
              <a:rPr lang="en-US" sz="3200" dirty="0"/>
              <a:t>`await` rethrows only </a:t>
            </a:r>
            <a:r>
              <a:rPr lang="en-US" b="1" dirty="0"/>
              <a:t>one</a:t>
            </a:r>
            <a:r>
              <a:rPr lang="en-US" sz="3200" dirty="0"/>
              <a:t> Exception</a:t>
            </a:r>
          </a:p>
          <a:p>
            <a:pPr lvl="1"/>
            <a:r>
              <a:rPr lang="en-US" sz="2400" dirty="0"/>
              <a:t>However, all Exceptions are available in </a:t>
            </a:r>
            <a:r>
              <a:rPr lang="en-US" sz="2400" dirty="0" err="1"/>
              <a:t>Task.Exception.InnerExceptions</a:t>
            </a:r>
            <a:endParaRPr lang="en-US" sz="2400" dirty="0"/>
          </a:p>
        </p:txBody>
      </p:sp>
      <p:pic>
        <p:nvPicPr>
          <p:cNvPr id="7" name="Picture 6">
            <a:extLst>
              <a:ext uri="{FF2B5EF4-FFF2-40B4-BE49-F238E27FC236}">
                <a16:creationId xmlns:a16="http://schemas.microsoft.com/office/drawing/2014/main" id="{337DB9D1-E573-DF3C-1C73-0B70148112FE}"/>
              </a:ext>
            </a:extLst>
          </p:cNvPr>
          <p:cNvPicPr>
            <a:picLocks noChangeAspect="1"/>
          </p:cNvPicPr>
          <p:nvPr/>
        </p:nvPicPr>
        <p:blipFill>
          <a:blip r:embed="rId3"/>
          <a:stretch>
            <a:fillRect/>
          </a:stretch>
        </p:blipFill>
        <p:spPr>
          <a:xfrm>
            <a:off x="6516413" y="3677424"/>
            <a:ext cx="5500906" cy="309426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Await Multiple Tasks Running in Parallel</a:t>
            </a:r>
          </a:p>
          <a:p>
            <a:r>
              <a:rPr lang="en-US" dirty="0"/>
              <a:t>Runs until </a:t>
            </a:r>
            <a:r>
              <a:rPr lang="en-US" b="1" dirty="0"/>
              <a:t>one</a:t>
            </a:r>
            <a:r>
              <a:rPr lang="en-US" dirty="0"/>
              <a:t> Task has Completed</a:t>
            </a:r>
          </a:p>
          <a:p>
            <a:pPr lvl="1"/>
            <a:r>
              <a:rPr lang="en-US" dirty="0"/>
              <a:t>Returns the first Task to complete</a:t>
            </a:r>
          </a:p>
          <a:p>
            <a:r>
              <a:rPr lang="en-US" dirty="0"/>
              <a:t>Can be used with `List&lt;Task&gt;`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Completed 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7615038" cy="960263"/>
          </a:xfrm>
        </p:spPr>
        <p:txBody>
          <a:bodyPr/>
          <a:lstStyle/>
          <a:p>
            <a:r>
              <a:rPr lang="en-US" sz="2800" dirty="0"/>
              <a:t>Forget to call `Remove` and you loop forever</a:t>
            </a:r>
          </a:p>
        </p:txBody>
      </p:sp>
      <p:pic>
        <p:nvPicPr>
          <p:cNvPr id="4" name="Picture 3" descr="slide11.png"/>
          <p:cNvPicPr>
            <a:picLocks noChangeAspect="1"/>
          </p:cNvPicPr>
          <p:nvPr/>
        </p:nvPicPr>
        <p:blipFill>
          <a:blip r:embed="rId3"/>
          <a:stretch>
            <a:fillRect/>
          </a:stretch>
        </p:blipFill>
        <p:spPr>
          <a:xfrm>
            <a:off x="5577840" y="2858235"/>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4638" y="2125662"/>
            <a:ext cx="5638799" cy="1098762"/>
          </a:xfrm>
        </p:spPr>
        <p:txBody>
          <a:bodyPr/>
          <a:lstStyle/>
          <a:p>
            <a:r>
              <a:rPr lang="en-US" sz="6600"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292662"/>
          </a:xfrm>
        </p:spPr>
        <p:txBody>
          <a:bodyPr/>
          <a:lstStyle/>
          <a:p>
            <a:r>
              <a:rPr lang="en-US" dirty="0"/>
              <a:t>`await foreach`</a:t>
            </a:r>
          </a:p>
          <a:p>
            <a:r>
              <a:rPr lang="en-US" dirty="0"/>
              <a:t>Streams results from multiple Tasks running in parallel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8146666"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4340170" y="3244720"/>
            <a:ext cx="782135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30033"/>
          </a:xfrm>
        </p:spPr>
        <p:txBody>
          <a:bodyPr/>
          <a:lstStyle/>
          <a:p>
            <a:r>
              <a:rPr lang="en-US" sz="3200" dirty="0"/>
              <a:t>`</a:t>
            </a:r>
            <a:r>
              <a:rPr lang="en-US" sz="3200" dirty="0" err="1"/>
              <a:t>Task.WhenAll</a:t>
            </a:r>
            <a:r>
              <a:rPr lang="en-US" sz="3200" dirty="0"/>
              <a:t>`</a:t>
            </a:r>
          </a:p>
          <a:p>
            <a:pPr lvl="1"/>
            <a:r>
              <a:rPr lang="en-US" sz="2400" dirty="0"/>
              <a:t>You need everything before you continue</a:t>
            </a:r>
          </a:p>
          <a:p>
            <a:r>
              <a:rPr lang="en-US" sz="3200" dirty="0"/>
              <a:t>`</a:t>
            </a:r>
            <a:r>
              <a:rPr lang="en-US" sz="3200" dirty="0" err="1"/>
              <a:t>Task.WhenAny</a:t>
            </a:r>
            <a:r>
              <a:rPr lang="en-US" sz="3200" dirty="0"/>
              <a:t>`</a:t>
            </a:r>
          </a:p>
          <a:p>
            <a:pPr lvl="1"/>
            <a:r>
              <a:rPr lang="en-US" sz="2400" dirty="0"/>
              <a:t>One winner is enough</a:t>
            </a:r>
          </a:p>
          <a:p>
            <a:r>
              <a:rPr lang="en-US" sz="3200" dirty="0"/>
              <a:t>`</a:t>
            </a:r>
            <a:r>
              <a:rPr lang="en-US" sz="3200" dirty="0" err="1"/>
              <a:t>Task.WhenEach</a:t>
            </a:r>
            <a:r>
              <a:rPr lang="en-US" sz="3200" dirty="0"/>
              <a:t>`</a:t>
            </a:r>
          </a:p>
          <a:p>
            <a:pPr lvl="1"/>
            <a:r>
              <a:rPr lang="en-US" sz="2400" dirty="0"/>
              <a:t>Show each result the moment it lands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pPr marL="742950" indent="-742950">
              <a:buFont typeface="+mj-lt"/>
              <a:buAutoNum type="arabicPeriod"/>
            </a:pPr>
            <a:r>
              <a:rPr lang="en-US" dirty="0"/>
              <a:t>Open `</a:t>
            </a:r>
            <a:r>
              <a:rPr lang="en-US" b="1" dirty="0"/>
              <a:t>6. Coordinating Multiple Tasks/1. Start</a:t>
            </a:r>
            <a:r>
              <a:rPr lang="en-US" dirty="0"/>
              <a:t>`</a:t>
            </a:r>
          </a:p>
          <a:p>
            <a:pPr marL="742950" indent="-742950">
              <a:buFont typeface="+mj-lt"/>
              <a:buAutoNum type="arabicPeriod"/>
            </a:pPr>
            <a:r>
              <a:rPr lang="en-US" dirty="0"/>
              <a:t>Run it, click Load product page, read the timings</a:t>
            </a:r>
          </a:p>
          <a:p>
            <a:pPr marL="742950" indent="-742950">
              <a:buFont typeface="+mj-lt"/>
              <a:buAutoNum type="arabicPeriod"/>
            </a:pPr>
            <a:r>
              <a:rPr lang="en-US" dirty="0"/>
              <a:t>Start all five calls before awaiting any of them</a:t>
            </a:r>
          </a:p>
          <a:p>
            <a:pPr marL="742950" indent="-742950">
              <a:buFont typeface="+mj-lt"/>
              <a:buAutoNum type="arabicPeriod"/>
            </a:pPr>
            <a:r>
              <a:rPr lang="en-US" dirty="0"/>
              <a:t>Paint each panel as its own service answers</a:t>
            </a:r>
          </a:p>
          <a:p>
            <a:pPr marL="742950" indent="-742950">
              <a:buFont typeface="+mj-lt"/>
              <a:buAutoNum type="arabicPeriod"/>
            </a:pPr>
            <a:r>
              <a:rPr lang="en-US" dirty="0"/>
              <a:t>Keep the broken service inside its own panel</a:t>
            </a:r>
          </a:p>
          <a:p>
            <a:pPr marL="742950" indent="-742950">
              <a:buFont typeface="+mj-lt"/>
              <a:buAutoNum type="arabicPeriod"/>
            </a:pPr>
            <a:r>
              <a:rPr lang="en-US" dirty="0"/>
              <a:t>Target: 1.2 seconds, five cards, one of them red</a:t>
            </a:r>
          </a:p>
          <a:p>
            <a:pPr marL="742950" indent="-742950">
              <a:buFont typeface="+mj-lt"/>
              <a:buAutoNum type="arabicPeriod"/>
            </a:pPr>
            <a:r>
              <a:rPr lang="en-US" dirty="0"/>
              <a:t>Compare with `</a:t>
            </a:r>
            <a:r>
              <a:rPr lang="en-US" b="1" dirty="0"/>
              <a:t>2. Finish</a:t>
            </a:r>
            <a:r>
              <a:rPr lang="en-US" dirty="0"/>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13230</TotalTime>
  <Words>3143</Words>
  <Application>Microsoft Macintosh PowerPoint</Application>
  <PresentationFormat>Custom</PresentationFormat>
  <Paragraphs>67</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vt:lpstr>
      <vt:lpstr>PowerPoint Presentation</vt:lpstr>
      <vt:lpstr>Starting Is Not Awaiting Split the call from the `await`</vt:lpstr>
      <vt:lpstr>Task.WhenAll</vt:lpstr>
      <vt:lpstr>Task.WhenAll() System.Threading.Tasks</vt:lpstr>
      <vt:lpstr>Task.WhenAll() One await, three results</vt:lpstr>
      <vt:lpstr>Task.WhenAll() Failures What Happens when A Task Faults?</vt:lpstr>
      <vt:lpstr>Task.WhenAny</vt:lpstr>
      <vt:lpstr>Task.WhenAny() System.Threading.Tasks</vt:lpstr>
      <vt:lpstr>Task.WhenAny() Remove The Completed Task</vt:lpstr>
      <vt:lpstr>Task.WhenEach</vt:lpstr>
      <vt:lpstr>Task.WhenEach() IAsyncEnumerable&lt;Task&gt;</vt:lpstr>
      <vt:lpstr>Task.WhenEach() await foreach</vt:lpstr>
      <vt:lpstr>Choosing Between Them All, Any, Each</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258</cp:revision>
  <dcterms:created xsi:type="dcterms:W3CDTF">2017-10-31T19:47:21Z</dcterms:created>
  <dcterms:modified xsi:type="dcterms:W3CDTF">2026-09-15T09:24:02Z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