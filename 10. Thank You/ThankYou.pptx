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95" r:id="rId4"/>
    <p:sldMasterId id="2147484524" r:id="rId5"/>
    <p:sldMasterId id="2147484523" r:id="rId6"/>
  </p:sldMasterIdLst>
  <p:notesMasterIdLst>
    <p:notesMasterId r:id="rId9"/>
  </p:notesMasterIdLst>
  <p:handoutMasterIdLst>
    <p:handoutMasterId r:id="rId10"/>
  </p:handoutMasterIdLst>
  <p:sldIdLst>
    <p:sldId id="1608" r:id="rId7"/>
    <p:sldId id="1609" r:id="rId8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2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FB900"/>
    <a:srgbClr val="414141"/>
    <a:srgbClr val="1E1E1E"/>
    <a:srgbClr val="00BCF2"/>
    <a:srgbClr val="0078D7"/>
    <a:srgbClr val="353535"/>
    <a:srgbClr val="525252"/>
    <a:srgbClr val="B4009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/>
    <p:restoredTop sz="70884"/>
  </p:normalViewPr>
  <p:slideViewPr>
    <p:cSldViewPr snapToGrid="0">
      <p:cViewPr varScale="1">
        <p:scale>
          <a:sx n="87" d="100"/>
          <a:sy n="87" d="100"/>
        </p:scale>
        <p:origin x="2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0CB2F-F0BF-435A-A27A-2EC15087F634}" type="datetime8">
              <a:rPr lang="en-US" smtClean="0">
                <a:latin typeface="Segoe UI" pitchFamily="34" charset="0"/>
              </a:rPr>
              <a:t>9/14/26 8:08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18B56EA-E28F-4F92-9F16-7A6F2501B303}" type="datetime8">
              <a:rPr lang="en-US" smtClean="0"/>
              <a:t>9/14/26 8:08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9/14/26 8:08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33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1E2D-ECDA-44F7-557F-590B4DC5A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F5482-086D-C48B-D006-517EA242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6ECEC-1EFB-22B6-F3CF-8D7040367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C415933-DC67-79C8-F56C-FFD43F0580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D11B4-F560-A658-C002-256EFEDAE7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905DAE9-6249-0E40-9EFA-3BB9F24815A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9/14/26 8:08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7A9DA-E538-E4CC-7551-F7C89A919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95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57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2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88" indent="0">
              <a:buFont typeface="Wingdings" panose="05000000000000000000" pitchFamily="2" charset="2"/>
              <a:buNone/>
              <a:defRPr sz="2400" b="0"/>
            </a:lvl2pPr>
            <a:lvl3pPr marL="450850" indent="0">
              <a:buFont typeface="Wingdings" panose="05000000000000000000" pitchFamily="2" charset="2"/>
              <a:buNone/>
              <a:tabLst/>
              <a:defRPr sz="2200" b="0"/>
            </a:lvl3pPr>
            <a:lvl4pPr marL="652462" indent="0">
              <a:buFont typeface="Wingdings" panose="05000000000000000000" pitchFamily="2" charset="2"/>
              <a:buNone/>
              <a:defRPr sz="2200" b="0"/>
            </a:lvl4pPr>
            <a:lvl5pPr marL="854075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88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850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462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4075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350" marR="0" lvl="0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Edit Master text styles</a:t>
            </a:r>
          </a:p>
          <a:p>
            <a:pPr marL="514350" marR="0" lvl="1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Second level</a:t>
            </a:r>
          </a:p>
          <a:p>
            <a:pPr marL="514350" marR="0" lvl="2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Third level</a:t>
            </a:r>
          </a:p>
          <a:p>
            <a:pPr marL="514350" marR="0" lvl="3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Fourth level</a:t>
            </a:r>
          </a:p>
          <a:p>
            <a:pPr marL="514350" marR="0" lvl="4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53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4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2200" b="0"/>
            </a:lvl3pPr>
            <a:lvl4pPr marL="828675" indent="-176213">
              <a:buFont typeface="Wingdings" panose="05000000000000000000" pitchFamily="2" charset="2"/>
              <a:buChar char=""/>
              <a:defRPr sz="22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488" indent="-342900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750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362" indent="-342900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975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75" marR="0" lvl="0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Edit Master text styles</a:t>
            </a:r>
          </a:p>
          <a:p>
            <a:pPr marL="231775" marR="0" lvl="1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31775" marR="0" lvl="2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31775" marR="0" lvl="3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31775" marR="0" lvl="4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6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102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y">
    <p:bg>
      <p:bgPr>
        <a:solidFill>
          <a:srgbClr val="35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42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rgbClr val="35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8" name="MS logo white - EM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60688" y="479425"/>
            <a:ext cx="1451843" cy="310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9F142D-7D6F-4396-9B8F-E9BD7B6EB2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3037" y="4868862"/>
            <a:ext cx="1563927" cy="16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12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Use this Layout for Speaker Notes slides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724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A89495-1FC6-5543-BF13-A9944ECAD0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97585" y="526835"/>
            <a:ext cx="5145490" cy="51454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548048-DA26-A845-BFB0-20035B45482D}"/>
              </a:ext>
            </a:extLst>
          </p:cNvPr>
          <p:cNvSpPr txBox="1"/>
          <p:nvPr userDrawn="1"/>
        </p:nvSpPr>
        <p:spPr>
          <a:xfrm>
            <a:off x="11254154" y="6551525"/>
            <a:ext cx="369397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098647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2266774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1pPr>
            <a:lvl2pPr marL="34655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2pPr>
            <a:lvl3pPr marL="58460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3pPr>
            <a:lvl4pPr marL="81456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4pPr>
            <a:lvl5pPr marL="105099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518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3" name="Picture 4" descr="C Sharp (programming language) - Wikipedia">
            <a:extLst>
              <a:ext uri="{FF2B5EF4-FFF2-40B4-BE49-F238E27FC236}">
                <a16:creationId xmlns:a16="http://schemas.microsoft.com/office/drawing/2014/main" id="{E11DEF6F-6FA5-036A-3FE6-CE6F79A44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045" y="1342291"/>
            <a:ext cx="4309941" cy="430994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454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rgbClr val="B400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 descr="A close up of a toy&#10;&#10;Description automatically generated">
            <a:extLst>
              <a:ext uri="{FF2B5EF4-FFF2-40B4-BE49-F238E27FC236}">
                <a16:creationId xmlns:a16="http://schemas.microsoft.com/office/drawing/2014/main" id="{514EA320-09C9-7146-B7EB-DCF119FD7A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6612" y="1160413"/>
            <a:ext cx="4843369" cy="467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99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rgbClr val="FFB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3119E6-CBC9-3742-94F9-783A98F4AA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50586" y="1344375"/>
            <a:ext cx="4201651" cy="420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4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4"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B9BF09-E0E5-4D1B-96E2-CD70A32D5822}"/>
              </a:ext>
            </a:extLst>
          </p:cNvPr>
          <p:cNvSpPr/>
          <p:nvPr userDrawn="1"/>
        </p:nvSpPr>
        <p:spPr bwMode="auto">
          <a:xfrm>
            <a:off x="7387674" y="1410315"/>
            <a:ext cx="4128796" cy="4128796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7D0CD3-D516-4C8E-A84D-78D7C7411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14920" y="1363662"/>
            <a:ext cx="5209624" cy="44004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25993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5">
    <p:bg>
      <p:bgPr>
        <a:solidFill>
          <a:srgbClr val="B400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2583F-A495-4B0D-AF8B-9510F7014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26273" y="1220592"/>
            <a:ext cx="5315009" cy="449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58911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6">
    <p:bg>
      <p:bgPr>
        <a:solidFill>
          <a:srgbClr val="FFB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7" name="Picture 6" descr="A picture containing building, table, large, sitting&#10;&#10;Description automatically generated">
            <a:extLst>
              <a:ext uri="{FF2B5EF4-FFF2-40B4-BE49-F238E27FC236}">
                <a16:creationId xmlns:a16="http://schemas.microsoft.com/office/drawing/2014/main" id="{8BD888CC-2469-FF40-8C7A-936A08BBF8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18237" y="0"/>
            <a:ext cx="9484100" cy="699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5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0F8FAE6-D4AA-2663-91C9-126E2AC71739}"/>
              </a:ext>
            </a:extLst>
          </p:cNvPr>
          <p:cNvGrpSpPr/>
          <p:nvPr userDrawn="1"/>
        </p:nvGrpSpPr>
        <p:grpSpPr>
          <a:xfrm>
            <a:off x="274701" y="6364816"/>
            <a:ext cx="2167492" cy="353943"/>
            <a:chOff x="8703664" y="6310423"/>
            <a:chExt cx="2273864" cy="36098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60AD00-E401-A397-73FE-721CBFE613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rcRect/>
            <a:stretch/>
          </p:blipFill>
          <p:spPr>
            <a:xfrm>
              <a:off x="10600392" y="6337020"/>
              <a:ext cx="377136" cy="32394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0AD1AF-4C0B-9EC3-7CA9-EB47FF629702}"/>
                </a:ext>
              </a:extLst>
            </p:cNvPr>
            <p:cNvSpPr txBox="1"/>
            <p:nvPr userDrawn="1"/>
          </p:nvSpPr>
          <p:spPr>
            <a:xfrm>
              <a:off x="8703664" y="6310423"/>
              <a:ext cx="2080020" cy="360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8963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700" dirty="0">
                  <a:solidFill>
                    <a:schemeClr val="tx1"/>
                  </a:solidFill>
                </a:rPr>
                <a:t>@</a:t>
              </a:r>
              <a:r>
                <a:rPr lang="en-US" sz="1700" dirty="0" err="1">
                  <a:solidFill>
                    <a:schemeClr val="tx1"/>
                  </a:solidFill>
                </a:rPr>
                <a:t>CodeTraveler.io</a:t>
              </a:r>
              <a:endParaRPr lang="en-US" sz="17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55447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00" r:id="rId1"/>
    <p:sldLayoutId id="2147484501" r:id="rId2"/>
    <p:sldLayoutId id="2147484502" r:id="rId3"/>
    <p:sldLayoutId id="2147484503" r:id="rId4"/>
    <p:sldLayoutId id="2147484504" r:id="rId5"/>
    <p:sldLayoutId id="2147484510" r:id="rId6"/>
    <p:sldLayoutId id="2147484513" r:id="rId7"/>
    <p:sldLayoutId id="2147484514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1D396E4-FC80-782A-E81E-43ED408C63E2}"/>
              </a:ext>
            </a:extLst>
          </p:cNvPr>
          <p:cNvGrpSpPr/>
          <p:nvPr userDrawn="1"/>
        </p:nvGrpSpPr>
        <p:grpSpPr>
          <a:xfrm>
            <a:off x="274701" y="6364816"/>
            <a:ext cx="2167492" cy="353943"/>
            <a:chOff x="8703664" y="6310423"/>
            <a:chExt cx="2273864" cy="36098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42218D-34F5-585F-225A-509F348331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/>
            <a:stretch/>
          </p:blipFill>
          <p:spPr>
            <a:xfrm>
              <a:off x="10600392" y="6337020"/>
              <a:ext cx="377136" cy="32394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816DB0-D655-9DEE-3B3E-8B323EF9215D}"/>
                </a:ext>
              </a:extLst>
            </p:cNvPr>
            <p:cNvSpPr txBox="1"/>
            <p:nvPr userDrawn="1"/>
          </p:nvSpPr>
          <p:spPr>
            <a:xfrm>
              <a:off x="8703664" y="6310423"/>
              <a:ext cx="2080020" cy="360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8963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700" dirty="0">
                  <a:solidFill>
                    <a:schemeClr val="tx1"/>
                  </a:solidFill>
                </a:rPr>
                <a:t>@</a:t>
              </a:r>
              <a:r>
                <a:rPr lang="en-US" sz="1700" dirty="0" err="1">
                  <a:solidFill>
                    <a:schemeClr val="tx1"/>
                  </a:solidFill>
                </a:rPr>
                <a:t>CodeTraveler.io</a:t>
              </a:r>
              <a:endParaRPr lang="en-US" sz="17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250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8" r:id="rId1"/>
    <p:sldLayoutId id="2147484520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5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0041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08" r:id="rId1"/>
    <p:sldLayoutId id="2147484515" r:id="rId2"/>
    <p:sldLayoutId id="2147484516" r:id="rId3"/>
    <p:sldLayoutId id="2147484517" r:id="rId4"/>
    <p:sldLayoutId id="2147484518" r:id="rId5"/>
    <p:sldLayoutId id="2147484519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DCAD-A6C0-47CD-8E65-3ED091E50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Async/Await Online Courses </a:t>
            </a:r>
            <a:br>
              <a:rPr lang="en-US" dirty="0"/>
            </a:br>
            <a:r>
              <a:rPr lang="en-US" sz="360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Dometrain</a:t>
            </a:r>
            <a:r>
              <a:rPr lang="en-US" sz="3600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.com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7F4B5-35B2-2562-56DE-971F054DA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900" y="1889247"/>
            <a:ext cx="5860928" cy="3974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CBA173-81F7-6417-DE84-83998CBE5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39" y="1889247"/>
            <a:ext cx="5943598" cy="397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4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0628-4C97-435F-8278-A86EEFA61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AC10-4AAD-D524-D100-53D04E25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MAUI Online Courses </a:t>
            </a:r>
            <a:br>
              <a:rPr lang="en-US" dirty="0"/>
            </a:br>
            <a:r>
              <a:rPr lang="en-US" sz="3600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Dometrain.com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09FAA-FBEA-7463-6A6A-792200F5D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42" y="1956653"/>
            <a:ext cx="5929776" cy="3586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D8B638-4D69-D4FC-AF13-FEFD2A43A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031" y="1956652"/>
            <a:ext cx="5929775" cy="350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1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2.xml><?xml version="1.0" encoding="utf-8"?>
<a:theme xmlns:a="http://schemas.openxmlformats.org/drawingml/2006/main" name="2_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3.xml><?xml version="1.0" encoding="utf-8"?>
<a:theme xmlns:a="http://schemas.openxmlformats.org/drawingml/2006/main" name="1_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ediaServiceKeyPoints xmlns="16dc66bd-df5a-4495-a5c9-5e296f49988a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3D2391BFF58241AEB203BD95DC1F89" ma:contentTypeVersion="16" ma:contentTypeDescription="Create a new document." ma:contentTypeScope="" ma:versionID="bd4b5e6fa70efd11586bd069caa6259f">
  <xsd:schema xmlns:xsd="http://www.w3.org/2001/XMLSchema" xmlns:xs="http://www.w3.org/2001/XMLSchema" xmlns:p="http://schemas.microsoft.com/office/2006/metadata/properties" xmlns:ns1="http://schemas.microsoft.com/sharepoint/v3" xmlns:ns2="16dc66bd-df5a-4495-a5c9-5e296f49988a" xmlns:ns3="12239fb0-26c0-4a37-b790-6c81fba9d0fc" targetNamespace="http://schemas.microsoft.com/office/2006/metadata/properties" ma:root="true" ma:fieldsID="1236f19879e555dfdef409a5be7c6d72" ns1:_="" ns2:_="" ns3:_="">
    <xsd:import namespace="http://schemas.microsoft.com/sharepoint/v3"/>
    <xsd:import namespace="16dc66bd-df5a-4495-a5c9-5e296f49988a"/>
    <xsd:import namespace="12239fb0-26c0-4a37-b790-6c81fba9d0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dc66bd-df5a-4495-a5c9-5e296f4998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description="" ma:internalName="MediaServiceLocation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239fb0-26c0-4a37-b790-6c81fba9d0f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15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9C5458-A72E-4627-9FFC-D350DCB4700F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sharepoint/v3"/>
    <ds:schemaRef ds:uri="http://purl.org/dc/elements/1.1/"/>
    <ds:schemaRef ds:uri="http://schemas.microsoft.com/office/2006/documentManagement/types"/>
    <ds:schemaRef ds:uri="12239fb0-26c0-4a37-b790-6c81fba9d0fc"/>
    <ds:schemaRef ds:uri="16dc66bd-df5a-4495-a5c9-5e296f49988a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17AA3B-FC88-46DF-B5BA-DC6634CFCC94}">
  <ds:schemaRefs>
    <ds:schemaRef ds:uri="12239fb0-26c0-4a37-b790-6c81fba9d0fc"/>
    <ds:schemaRef ds:uri="16dc66bd-df5a-4495-a5c9-5e296f4998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3134_APEX_template_r03</Template>
  <TotalTime>13187</TotalTime>
  <Words>76</Words>
  <Application>Microsoft Macintosh PowerPoint</Application>
  <PresentationFormat>Custom</PresentationFormat>
  <Paragraphs>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Lucida Console</vt:lpstr>
      <vt:lpstr>Segoe UI</vt:lpstr>
      <vt:lpstr>Segoe UI Light</vt:lpstr>
      <vt:lpstr>Segoe UI Semilight</vt:lpstr>
      <vt:lpstr>Wingdings</vt:lpstr>
      <vt:lpstr>APEX Template 2017 </vt:lpstr>
      <vt:lpstr>2_APEX Template 2017 </vt:lpstr>
      <vt:lpstr>1_APEX Template 2017 </vt:lpstr>
      <vt:lpstr>Async/Await Online Courses  Dometrain.com</vt:lpstr>
      <vt:lpstr>.NET MAUI Online Courses  Dometrain.com</vt:lpstr>
    </vt:vector>
  </TitlesOfParts>
  <Manager/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>&lt;Speech title here&gt;</dc:subject>
  <dc:creator>Trine Thogersen</dc:creator>
  <cp:keywords/>
  <dc:description>Template: _x000d_
Formatting: _x000d_
Audience Type:</dc:description>
  <cp:lastModifiedBy>Brandon Minnick</cp:lastModifiedBy>
  <cp:revision>244</cp:revision>
  <dcterms:created xsi:type="dcterms:W3CDTF">2017-10-31T19:47:21Z</dcterms:created>
  <dcterms:modified xsi:type="dcterms:W3CDTF">2026-09-14T18:08:52Z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0x010100A33D2391BFF58241AEB203BD95DC1F89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Owner">
    <vt:lpwstr>maprende@microsoft.com</vt:lpwstr>
  </property>
  <property fmtid="{D5CDD505-2E9C-101B-9397-08002B2CF9AE}" pid="14" name="MSIP_Label_f42aa342-8706-4288-bd11-ebb85995028c_SetDate">
    <vt:lpwstr>2018-04-03T18:59:45.4491218Z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Application">
    <vt:lpwstr>Microsoft Azure Information Protection</vt:lpwstr>
  </property>
  <property fmtid="{D5CDD505-2E9C-101B-9397-08002B2CF9AE}" pid="17" name="MSIP_Label_f42aa342-8706-4288-bd11-ebb85995028c_Extended_MSFT_Method">
    <vt:lpwstr>Automatic</vt:lpwstr>
  </property>
  <property fmtid="{D5CDD505-2E9C-101B-9397-08002B2CF9AE}" pid="18" name="Sensitivity">
    <vt:lpwstr>General</vt:lpwstr>
  </property>
</Properties>
</file>